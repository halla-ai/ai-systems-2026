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TraceLedger: AI 협업 컨텍스트 자산화 엔진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휘발되는 채팅 로그로부터 엔지니어링 지식(Why) 추출 자동화</a:t>
            </a:r>
          </a:p>
          <a:p/>
          <a:p>
            <a:r>
              <a:t>발표자: [본인 성함]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배경: 지식의 휘발 (Problem)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현상: AI 협업 과정의 시행착오와 의사결정 근거가 종료 후 소멸</a:t>
            </a:r>
          </a:p>
          <a:p>
            <a:pPr>
              <a:defRPr b="1"/>
            </a:pPr>
            <a:r>
              <a:t>문제: 코드 결과물만 남고 결정의 맥락은 블랙박스화</a:t>
            </a:r>
          </a:p>
          <a:p>
            <a:pPr>
              <a:defRPr b="1"/>
            </a:pPr>
            <a:r>
              <a:t>해결: 대화 로그 분석 기반의 전문 기술 문서(Runbook, ADR) 자동화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시스템 아키텍처 (L1-L7 Hierarchy)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L1-L2 (Infrastructure): 로그 전처리(Noise Filter) 및 토큰 실시간 추적</a:t>
            </a:r>
          </a:p>
          <a:p>
            <a:pPr>
              <a:defRPr b="1"/>
            </a:pPr>
            <a:r>
              <a:t>L3 (Collaboration): Planner-Worker-Reviewer 기반 3인 체계</a:t>
            </a:r>
          </a:p>
          <a:p>
            <a:pPr>
              <a:defRPr b="1"/>
            </a:pPr>
            <a:r>
              <a:t>L6 (Governance): 시도 횟수 제한 및 예산 기반 실행 통제</a:t>
            </a:r>
          </a:p>
          <a:p>
            <a:pPr>
              <a:defRPr b="1"/>
            </a:pPr>
            <a:r>
              <a:t>L7 (Schema): Task Packet 규격을 통한 데이터 정합성 보장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핵심 워크플로우: Ralph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Planner (분석): Root Cause, 트레이드오프 분석</a:t>
            </a:r>
          </a:p>
          <a:p>
            <a:pPr>
              <a:defRPr b="1"/>
            </a:pPr>
            <a:r>
              <a:t>Worker (작성): 분석 데이터 기반 Markdown 문서 생성</a:t>
            </a:r>
          </a:p>
          <a:p>
            <a:pPr>
              <a:defRPr b="1"/>
            </a:pPr>
            <a:r>
              <a:t>Reviewer (검증): 원본 로그 대조 및 할루시네이션 검증</a:t>
            </a:r>
          </a:p>
          <a:p>
            <a:pPr>
              <a:defRPr b="1"/>
            </a:pPr>
            <a:r>
              <a:t>Self-Correction: 반려 시 피드백 반영을 통한 즉각적 수정 루프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사례 분석 (Case Study: React 인증)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입력: useEffect 무한 루프 -&gt; useApi 훅 설계 -&gt; Refresh Token 구현 로그</a:t>
            </a:r>
          </a:p>
          <a:p>
            <a:pPr>
              <a:defRPr b="1"/>
            </a:pPr>
            <a:r>
              <a:t>Root Cause: 의존성 배열 상태 업데이트에 따른 재귀적 렌더링 분석</a:t>
            </a:r>
          </a:p>
          <a:p>
            <a:pPr>
              <a:defRPr b="1"/>
            </a:pPr>
            <a:r>
              <a:t>Architecture: API 통신 레이어 표준화 및 커스텀 훅 설계 근거</a:t>
            </a:r>
          </a:p>
          <a:p>
            <a:pPr>
              <a:defRPr b="1"/>
            </a:pPr>
            <a:r>
              <a:t>ADR: 401 에러 자동 갱신 처리에 대한 아키텍처 결정 기록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최적화 전략: FinOps (비용 절감)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성과: 건당 약 40,000 토큰 -&gt; 약 20,000 토큰 (50% 절감)</a:t>
            </a:r>
          </a:p>
          <a:p>
            <a:pPr>
              <a:defRPr b="1"/>
            </a:pPr>
            <a:r>
              <a:t>Model Tiering: 분석(Planner)은 고사양, 작성/검증은 가성비 모델 배치</a:t>
            </a:r>
          </a:p>
          <a:p>
            <a:pPr>
              <a:defRPr b="1"/>
            </a:pPr>
            <a:r>
              <a:t>Noise Filtering: 불필요한 인사말 및 메타데이터 필터링</a:t>
            </a:r>
          </a:p>
          <a:p>
            <a:pPr>
              <a:defRPr b="1"/>
            </a:pPr>
            <a:r>
              <a:t>Incremental Analysis: 이전 분석 요약본 활용을 통한 중복 입력 최소화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운영 안정성: Smart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Smart Compromise: 검증 점수 0.85 이상 시 즉시 승인 처리</a:t>
            </a:r>
          </a:p>
          <a:p>
            <a:pPr>
              <a:defRPr b="1"/>
            </a:pPr>
            <a:r>
              <a:t>Final Fallback: 최대 시도 도달 시 '에이전트 제언' 포함 최종 저장</a:t>
            </a:r>
          </a:p>
          <a:p>
            <a:pPr>
              <a:defRPr b="1"/>
            </a:pPr>
            <a:r>
              <a:t>결과: 무한 루프 방지 및 안정적인 결과물 반환 보장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결론 (Conclusion)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요약: 채팅 데이터를 팀의 영구적인 기술 자산으로 전환하는 엔진 구현</a:t>
            </a:r>
          </a:p>
          <a:p>
            <a:pPr>
              <a:defRPr b="1"/>
            </a:pPr>
            <a:r>
              <a:t>효과: 코드 이해 시간 단축 및 엔지니어링 투명성 확보</a:t>
            </a:r>
          </a:p>
          <a:p>
            <a:pPr>
              <a:defRPr b="1"/>
            </a:pPr>
            <a:r>
              <a:t>향후 계획: GitHub Action 연동을 통한 PR 기반 자동 분석 확장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